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65" r:id="rId3"/>
    <p:sldId id="257" r:id="rId4"/>
    <p:sldId id="261" r:id="rId5"/>
    <p:sldId id="258" r:id="rId6"/>
    <p:sldId id="259" r:id="rId7"/>
    <p:sldId id="266" r:id="rId8"/>
    <p:sldId id="260" r:id="rId9"/>
    <p:sldId id="267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4660"/>
  </p:normalViewPr>
  <p:slideViewPr>
    <p:cSldViewPr snapToGrid="0">
      <p:cViewPr varScale="1">
        <p:scale>
          <a:sx n="73" d="100"/>
          <a:sy n="73" d="100"/>
        </p:scale>
        <p:origin x="2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77BDC7-E779-4F6A-B105-CADF9DD69BD8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FB3D7-132F-403E-8945-34B3D5A281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327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FB3D7-132F-403E-8945-34B3D5A281B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112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551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22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55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89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012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45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887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02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101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12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2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8DC86-AB52-4F1E-8759-193D0087A07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25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20C35D-049A-FA5E-D3AD-113399EE34DB}"/>
              </a:ext>
            </a:extLst>
          </p:cNvPr>
          <p:cNvSpPr txBox="1"/>
          <p:nvPr/>
        </p:nvSpPr>
        <p:spPr>
          <a:xfrm>
            <a:off x="1524000" y="914400"/>
            <a:ext cx="208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Research Question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1BF1C1E-DD9D-570E-143A-1BFF7E9F5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4630" y="1364306"/>
            <a:ext cx="9785685" cy="978205"/>
          </a:xfrm>
        </p:spPr>
        <p:txBody>
          <a:bodyPr>
            <a:normAutofit/>
          </a:bodyPr>
          <a:lstStyle/>
          <a:p>
            <a:pPr algn="just">
              <a:lnSpc>
                <a:spcPts val="2400"/>
              </a:lnSpc>
            </a:pPr>
            <a:r>
              <a:rPr lang="en-US" b="1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WIMD adequately capture rural deprivation</a:t>
            </a:r>
            <a:endParaRPr lang="en-US" b="1" dirty="0"/>
          </a:p>
          <a:p>
            <a:pPr algn="just">
              <a:lnSpc>
                <a:spcPts val="2400"/>
              </a:lnSpc>
            </a:pPr>
            <a:r>
              <a:rPr lang="en-US" b="1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Wales, and what does that mean for rural-proofing policy?</a:t>
            </a:r>
            <a:endParaRPr lang="en-US" sz="2300" b="1" dirty="0"/>
          </a:p>
          <a:p>
            <a:pPr algn="just"/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A007F-701F-8325-2FD3-DFA1EA67B9D9}"/>
              </a:ext>
            </a:extLst>
          </p:cNvPr>
          <p:cNvSpPr txBox="1"/>
          <p:nvPr/>
        </p:nvSpPr>
        <p:spPr>
          <a:xfrm>
            <a:off x="1122947" y="5584591"/>
            <a:ext cx="5823284" cy="923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dirty="0">
                <a:solidFill>
                  <a:srgbClr val="9E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Anisha Bhattarai</a:t>
            </a:r>
            <a:endParaRPr lang="en-US" dirty="0"/>
          </a:p>
          <a:p>
            <a:pPr>
              <a:lnSpc>
                <a:spcPts val="1600"/>
              </a:lnSpc>
            </a:pPr>
            <a:r>
              <a:rPr lang="en-US" dirty="0">
                <a:solidFill>
                  <a:srgbClr val="9E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Health Data Science, </a:t>
            </a:r>
          </a:p>
          <a:p>
            <a:pPr>
              <a:lnSpc>
                <a:spcPts val="1600"/>
              </a:lnSpc>
            </a:pPr>
            <a:r>
              <a:rPr lang="en-US" dirty="0">
                <a:solidFill>
                  <a:srgbClr val="9E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Aberdeen</a:t>
            </a:r>
            <a:endParaRPr lang="en-US" dirty="0"/>
          </a:p>
          <a:p>
            <a:pPr>
              <a:lnSpc>
                <a:spcPts val="1600"/>
              </a:lnSpc>
            </a:pPr>
            <a:r>
              <a:rPr lang="en-US" dirty="0">
                <a:solidFill>
                  <a:srgbClr val="9E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Health Compass Placement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652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F1FE7-28BD-63C7-0A70-402E221A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1,917 Welsh LSOAs, compared on eight WIMD domains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C2884-E650-B5E9-324A-358263970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WIMD 2025 Ranks &amp; Scores  ·  Deep-Rooted Deprivation (2005–2025)  ·  ONS Rural-Urban Classification 2021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561 rural LSOAs vs 1,356 urban LSOAs, joined on LSOA code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Mann-Whitney U tests, effect sizes, and Spearman correlation for rural-urban comparisons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analysis stages: domain comparison → 20-year tracking → domain-weight gap → local authority case studies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8488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9D6CB2-CB75-33B9-223D-83ED0F5AC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5" y="1088571"/>
            <a:ext cx="9079042" cy="440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70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2A69-0ABF-22FE-AED0-78ECF4C2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Two real Welsh communities — same overall rank, opposite deprivations</a:t>
            </a:r>
            <a:br>
              <a:rPr lang="en-US" sz="2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61E33F-BADE-4611-2BBA-E5F56DFF7D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310" y="757646"/>
            <a:ext cx="7560490" cy="543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06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8F3DF-7CA5-3330-84EF-5DE00B7F8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Rural areas dominate the access domain. Urban areas dominate income.</a:t>
            </a:r>
            <a:br>
              <a:rPr lang="en-US" sz="1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1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389CBBB-A93A-91F3-E4D9-834EFBE54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0" y="949234"/>
            <a:ext cx="7752079" cy="532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136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9DCF-273E-AE25-FF08-A88B0976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GB" sz="18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9EA0B8F-5D23-83F7-F3CC-FCFB62939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9576775" cy="559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40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1010C7-512A-4AED-325E-4C2AE7C879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0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147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1060-B1C7-9DD3-A4AE-558600B15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br>
              <a:rPr lang="en-US" sz="2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Seen in real local authorities</a:t>
            </a:r>
            <a:r>
              <a:rPr lang="da-DK" sz="2600" dirty="0">
                <a:solidFill>
                  <a:schemeClr val="bg1"/>
                </a:solidFill>
              </a:rPr>
              <a:t>: Ceredigion and Powys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90E2D83-9D06-FE8F-79EF-0238797CA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646" y="679270"/>
            <a:ext cx="7834365" cy="552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72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32FB465-C995-E174-1CE8-DBFFBEDE6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74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593C22-08D2-DB3E-7CA0-B63B65152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0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697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3C92A5-E4A3-F679-C582-07C3E7332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98" y="418011"/>
            <a:ext cx="8414314" cy="586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391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A80E584-C4BA-D766-1FE8-ACD70E6169C5}"/>
              </a:ext>
            </a:extLst>
          </p:cNvPr>
          <p:cNvSpPr/>
          <p:nvPr/>
        </p:nvSpPr>
        <p:spPr>
          <a:xfrm>
            <a:off x="4414449" y="2967335"/>
            <a:ext cx="33631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9419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</TotalTime>
  <Words>140</Words>
  <Application>Microsoft Office PowerPoint</Application>
  <PresentationFormat>Widescreen</PresentationFormat>
  <Paragraphs>17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1,917 Welsh LSOAs, compared on eight WIMD domains </vt:lpstr>
      <vt:lpstr>PowerPoint Presentation</vt:lpstr>
      <vt:lpstr>Two real Welsh communities — same overall rank, opposite deprivations </vt:lpstr>
      <vt:lpstr>Rural areas dominate the access domain. Urban areas dominate income. </vt:lpstr>
      <vt:lpstr>PowerPoint Presentation</vt:lpstr>
      <vt:lpstr>PowerPoint Presentation</vt:lpstr>
      <vt:lpstr> Seen in real local authorities: Ceredigion and Powys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BHATTARAI, ANISHA (PGT)</dc:creator>
  <cp:lastModifiedBy>BHATTARAI, ANISHA (PGT)</cp:lastModifiedBy>
  <cp:revision>7</cp:revision>
  <dcterms:created xsi:type="dcterms:W3CDTF">2026-07-20T00:33:05Z</dcterms:created>
  <dcterms:modified xsi:type="dcterms:W3CDTF">2026-07-28T12:00:54Z</dcterms:modified>
</cp:coreProperties>
</file>